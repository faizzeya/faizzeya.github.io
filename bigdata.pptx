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F6D4549-B48F-45CC-B953-3B289DC07D43}" type="datetimeFigureOut">
              <a:rPr lang="en-US" smtClean="0"/>
              <a:pPr/>
              <a:t>11/28/2013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9A6AF00-AADD-4614-833C-0CBE1C573CC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Petabyte" TargetMode="External"/><Relationship Id="rId2" Type="http://schemas.openxmlformats.org/officeDocument/2006/relationships/hyperlink" Target="http://en.wikipedia.org/wiki/Googl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EBay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BigData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Faiz</a:t>
            </a:r>
            <a:r>
              <a:rPr lang="en-US" dirty="0" smtClean="0"/>
              <a:t> 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haque</a:t>
            </a:r>
            <a:r>
              <a:rPr lang="en-US" dirty="0" smtClean="0"/>
              <a:t> Zeya</a:t>
            </a:r>
          </a:p>
          <a:p>
            <a:r>
              <a:rPr lang="en-US" dirty="0" smtClean="0"/>
              <a:t>MS CS University of </a:t>
            </a:r>
            <a:r>
              <a:rPr lang="en-US" dirty="0" err="1" smtClean="0"/>
              <a:t>Tulsa,OK,USA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 covered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1. Introduction</a:t>
            </a:r>
          </a:p>
          <a:p>
            <a:r>
              <a:rPr lang="en-US" dirty="0" smtClean="0"/>
              <a:t>2.Bigdata: how big it is</a:t>
            </a:r>
          </a:p>
          <a:p>
            <a:r>
              <a:rPr lang="en-US" dirty="0" smtClean="0"/>
              <a:t>3.Bigdata Technology.</a:t>
            </a:r>
          </a:p>
          <a:p>
            <a:r>
              <a:rPr lang="en-US" dirty="0" smtClean="0"/>
              <a:t>4. Few examples of Big Data.</a:t>
            </a:r>
          </a:p>
          <a:p>
            <a:r>
              <a:rPr lang="en-US" dirty="0" smtClean="0"/>
              <a:t>5. Airline reservation system</a:t>
            </a:r>
          </a:p>
          <a:p>
            <a:r>
              <a:rPr lang="en-US" dirty="0" smtClean="0"/>
              <a:t>6. Google Translate.</a:t>
            </a:r>
          </a:p>
          <a:p>
            <a:r>
              <a:rPr lang="en-US" dirty="0" smtClean="0"/>
              <a:t>7.Amazon recommendation.</a:t>
            </a:r>
          </a:p>
          <a:p>
            <a:r>
              <a:rPr lang="en-US" dirty="0" smtClean="0"/>
              <a:t>8. Netflix recommendation.</a:t>
            </a:r>
          </a:p>
          <a:p>
            <a:r>
              <a:rPr lang="en-US" dirty="0" smtClean="0"/>
              <a:t>9. </a:t>
            </a:r>
            <a:r>
              <a:rPr lang="en-US" dirty="0" err="1" smtClean="0"/>
              <a:t>Hadoop</a:t>
            </a:r>
            <a:r>
              <a:rPr lang="en-US" dirty="0" smtClean="0"/>
              <a:t>, Map reduce.</a:t>
            </a:r>
          </a:p>
          <a:p>
            <a:r>
              <a:rPr lang="en-US" dirty="0" smtClean="0"/>
              <a:t>10. Q&amp;A.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Large set of data. Site of </a:t>
            </a:r>
            <a:r>
              <a:rPr lang="en-US" dirty="0" err="1" smtClean="0"/>
              <a:t>peta</a:t>
            </a:r>
            <a:r>
              <a:rPr lang="en-US" dirty="0" smtClean="0"/>
              <a:t> byte, </a:t>
            </a:r>
            <a:r>
              <a:rPr lang="en-US" dirty="0" err="1" smtClean="0"/>
              <a:t>exa</a:t>
            </a:r>
            <a:r>
              <a:rPr lang="en-US" dirty="0" smtClean="0"/>
              <a:t> byte.</a:t>
            </a:r>
          </a:p>
          <a:p>
            <a:r>
              <a:rPr lang="en-US" dirty="0" smtClean="0"/>
              <a:t>Not stored relational.</a:t>
            </a:r>
          </a:p>
          <a:p>
            <a:r>
              <a:rPr lang="en-US" dirty="0" smtClean="0"/>
              <a:t>Massive scale computational.</a:t>
            </a:r>
          </a:p>
          <a:p>
            <a:r>
              <a:rPr lang="en-US" dirty="0" smtClean="0"/>
              <a:t>NO SQL queries.</a:t>
            </a:r>
          </a:p>
          <a:p>
            <a:r>
              <a:rPr lang="en-US" dirty="0" smtClean="0"/>
              <a:t>New technology like MAP REDUCE,HADOOP.</a:t>
            </a:r>
          </a:p>
          <a:p>
            <a:endParaRPr lang="en-US" dirty="0" smtClean="0"/>
          </a:p>
          <a:p>
            <a:r>
              <a:rPr lang="en-US" dirty="0" smtClean="0"/>
              <a:t>Reason: Scalability and poor performance on large scale.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large it 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Peta</a:t>
            </a:r>
            <a:r>
              <a:rPr lang="en-US" dirty="0" smtClean="0"/>
              <a:t> byte    10^15                   Exabyte 10^ 18</a:t>
            </a:r>
          </a:p>
          <a:p>
            <a:r>
              <a:rPr lang="en-US" dirty="0" err="1" smtClean="0"/>
              <a:t>Zetta</a:t>
            </a:r>
            <a:r>
              <a:rPr lang="en-US" dirty="0" smtClean="0"/>
              <a:t> byte 10^21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hlinkClick r:id="rId2" tooltip="Google"/>
              </a:rPr>
              <a:t>Google</a:t>
            </a:r>
            <a:r>
              <a:rPr lang="en-US" dirty="0" smtClean="0"/>
              <a:t> processed about 24 </a:t>
            </a:r>
            <a:r>
              <a:rPr lang="en-US" dirty="0" err="1" smtClean="0"/>
              <a:t>petabytes</a:t>
            </a:r>
            <a:r>
              <a:rPr lang="en-US" dirty="0" smtClean="0"/>
              <a:t> of data per day in 2009.</a:t>
            </a:r>
            <a:r>
              <a:rPr lang="en-US" baseline="30000" dirty="0" smtClean="0">
                <a:hlinkClick r:id="rId3"/>
              </a:rPr>
              <a:t>[</a:t>
            </a:r>
            <a:endParaRPr lang="en-US" baseline="30000" dirty="0" smtClean="0"/>
          </a:p>
          <a:p>
            <a:r>
              <a:rPr lang="en-US" dirty="0" smtClean="0"/>
              <a:t>Yahoo stores 2 </a:t>
            </a:r>
            <a:r>
              <a:rPr lang="en-US" dirty="0" err="1" smtClean="0"/>
              <a:t>petabytes</a:t>
            </a:r>
            <a:r>
              <a:rPr lang="en-US" dirty="0" smtClean="0"/>
              <a:t> of data on behavior.</a:t>
            </a:r>
          </a:p>
          <a:p>
            <a:r>
              <a:rPr lang="en-US" dirty="0" smtClean="0">
                <a:hlinkClick r:id="rId4" tooltip="EBay.com"/>
              </a:rPr>
              <a:t>eBay.com</a:t>
            </a:r>
            <a:r>
              <a:rPr lang="en-US" dirty="0" smtClean="0"/>
              <a:t> uses two data warehouses at 7.5 </a:t>
            </a:r>
            <a:r>
              <a:rPr lang="en-US" dirty="0" err="1" smtClean="0"/>
              <a:t>petabytes</a:t>
            </a:r>
            <a:r>
              <a:rPr lang="en-US" dirty="0" smtClean="0"/>
              <a:t> and 40PB as well as a 40PB </a:t>
            </a:r>
            <a:r>
              <a:rPr lang="en-US" dirty="0" err="1" smtClean="0"/>
              <a:t>Hadoop</a:t>
            </a:r>
            <a:r>
              <a:rPr lang="en-US" dirty="0" smtClean="0"/>
              <a:t> cluster for search, consumer recommendations, and merchandising.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4v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649522"/>
            <a:ext cx="8229600" cy="505571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BigData</a:t>
            </a:r>
            <a:r>
              <a:rPr lang="en-US" dirty="0" smtClean="0"/>
              <a:t>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Relational </a:t>
            </a:r>
            <a:r>
              <a:rPr lang="en-US" dirty="0" err="1" smtClean="0"/>
              <a:t>database,SQL</a:t>
            </a:r>
            <a:r>
              <a:rPr lang="en-US" dirty="0" smtClean="0"/>
              <a:t> queries cannot handle such amount of data.</a:t>
            </a:r>
          </a:p>
          <a:p>
            <a:r>
              <a:rPr lang="en-US" dirty="0" smtClean="0"/>
              <a:t>Therefore other technologies are </a:t>
            </a:r>
            <a:r>
              <a:rPr lang="en-US" dirty="0" err="1" smtClean="0"/>
              <a:t>requried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MAP REDUCE parallel computation.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Few examples of Big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Airplane reservation system.</a:t>
            </a:r>
          </a:p>
          <a:p>
            <a:r>
              <a:rPr lang="en-US" dirty="0" smtClean="0"/>
              <a:t>Google Translate.</a:t>
            </a:r>
          </a:p>
          <a:p>
            <a:r>
              <a:rPr lang="en-US" dirty="0" smtClean="0"/>
              <a:t>Netflix Movie recommendation</a:t>
            </a:r>
          </a:p>
          <a:p>
            <a:r>
              <a:rPr lang="en-US" dirty="0" smtClean="0"/>
              <a:t>Amazon Book recommendation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Airline reservation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Oren </a:t>
            </a:r>
            <a:r>
              <a:rPr lang="en-US" dirty="0" err="1" smtClean="0"/>
              <a:t>Etzioni</a:t>
            </a:r>
            <a:r>
              <a:rPr lang="en-US" dirty="0" smtClean="0"/>
              <a:t> of Washington ‘s venture capital based startup </a:t>
            </a:r>
            <a:r>
              <a:rPr lang="en-US" dirty="0" err="1" smtClean="0"/>
              <a:t>Farecast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predicts based on past data whether airline prices will go up or down.</a:t>
            </a:r>
          </a:p>
          <a:p>
            <a:r>
              <a:rPr lang="en-US" dirty="0" err="1" smtClean="0"/>
              <a:t>Etzioni</a:t>
            </a:r>
            <a:r>
              <a:rPr lang="en-US" dirty="0" smtClean="0"/>
              <a:t> uses predictive model for that.</a:t>
            </a:r>
          </a:p>
          <a:p>
            <a:r>
              <a:rPr lang="en-US" dirty="0" smtClean="0"/>
              <a:t>Microsoft purchase it for 110 M $</a:t>
            </a:r>
          </a:p>
          <a:p>
            <a:r>
              <a:rPr lang="en-US" dirty="0" smtClean="0"/>
              <a:t>Make it part of BING search engine.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Translate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Whole internet as training </a:t>
            </a:r>
            <a:r>
              <a:rPr lang="en-US" dirty="0" err="1" smtClean="0"/>
              <a:t>data.Corpus</a:t>
            </a:r>
            <a:endParaRPr lang="en-US" dirty="0" smtClean="0"/>
          </a:p>
          <a:p>
            <a:r>
              <a:rPr lang="en-US" dirty="0" smtClean="0"/>
              <a:t>Google release Trillion word corpus in 2009.</a:t>
            </a:r>
          </a:p>
          <a:p>
            <a:r>
              <a:rPr lang="en-US" dirty="0" smtClean="0"/>
              <a:t>They accept messy data.</a:t>
            </a:r>
          </a:p>
          <a:p>
            <a:r>
              <a:rPr lang="en-US" dirty="0" err="1" smtClean="0"/>
              <a:t>Candide</a:t>
            </a:r>
            <a:r>
              <a:rPr lang="en-US" dirty="0" smtClean="0"/>
              <a:t> </a:t>
            </a:r>
            <a:r>
              <a:rPr lang="en-US" dirty="0" smtClean="0"/>
              <a:t>uses 3 million translated sentences.</a:t>
            </a:r>
          </a:p>
          <a:p>
            <a:r>
              <a:rPr lang="en-US" dirty="0" smtClean="0"/>
              <a:t>Google uses billions of pages from </a:t>
            </a:r>
            <a:r>
              <a:rPr lang="en-US" dirty="0" err="1" smtClean="0"/>
              <a:t>intenet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Netflix Million $ prize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Netflix  announced to award 1M$ prize for the team who improves the recommendation algorithm by 5%.</a:t>
            </a:r>
          </a:p>
          <a:p>
            <a:r>
              <a:rPr lang="en-US" dirty="0" smtClean="0"/>
              <a:t>They are movie recommender.</a:t>
            </a:r>
          </a:p>
          <a:p>
            <a:r>
              <a:rPr lang="en-US" dirty="0" smtClean="0"/>
              <a:t>Most of the sales are due to recommendations from the site.</a:t>
            </a:r>
          </a:p>
          <a:p>
            <a:r>
              <a:rPr lang="en-US" dirty="0" smtClean="0"/>
              <a:t>Reason is that so many shows that the user don’t even know.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Amazon’s recommendation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Amazon uses item to item recommendation instead of traditional collaborative recommendation.</a:t>
            </a:r>
          </a:p>
          <a:p>
            <a:r>
              <a:rPr lang="en-US" dirty="0" smtClean="0"/>
              <a:t>Item to item recommendation search for similar items rather than similar users.</a:t>
            </a:r>
          </a:p>
          <a:p>
            <a:r>
              <a:rPr lang="en-US" dirty="0" smtClean="0"/>
              <a:t>This approach is scalable to large data set.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 Reduce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600200"/>
            <a:ext cx="6858000" cy="3896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Q&amp;A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2736</TotalTime>
  <Words>383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Flow</vt:lpstr>
      <vt:lpstr>BigData</vt:lpstr>
      <vt:lpstr>Topics covered </vt:lpstr>
      <vt:lpstr>Introduction</vt:lpstr>
      <vt:lpstr>How large it is</vt:lpstr>
      <vt:lpstr>Slide 5</vt:lpstr>
      <vt:lpstr>BigData Technologies</vt:lpstr>
      <vt:lpstr>Few examples of Big Data</vt:lpstr>
      <vt:lpstr>Airline reservation system</vt:lpstr>
      <vt:lpstr>GOOGLE Translate</vt:lpstr>
      <vt:lpstr>Netflix Million $ prize</vt:lpstr>
      <vt:lpstr>Amazon’s recommendation</vt:lpstr>
      <vt:lpstr>Map Reduce</vt:lpstr>
      <vt:lpstr>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</dc:title>
  <dc:creator>dell</dc:creator>
  <cp:lastModifiedBy>dell</cp:lastModifiedBy>
  <cp:revision>21</cp:revision>
  <dcterms:created xsi:type="dcterms:W3CDTF">2013-10-25T02:41:34Z</dcterms:created>
  <dcterms:modified xsi:type="dcterms:W3CDTF">2013-11-29T04:44:49Z</dcterms:modified>
</cp:coreProperties>
</file>